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DB542-AB87-AFDB-D630-983FD03B8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0DC90-150E-AEDF-1587-FFBBD21E7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332A7-3BA0-0C31-0D9B-386D3FB6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CAEF-E37B-46E1-94AE-01B13D975A0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CED98-1CB2-218E-EAE4-EB4BBD1F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CAA5B-0150-F546-7746-1EBC0EDCA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B744B-960B-44F7-8F6F-2F9C0881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76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C8F9C-2B05-0A35-86FB-4319D15B4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6A1B9-876A-A8D5-B6AE-B5F0C1984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94D7D-299A-71F3-68F2-278B8093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CAEF-E37B-46E1-94AE-01B13D975A0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40389-29F9-1DAB-EBEC-4CD6EF7D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10054-F47C-47A3-E7FB-430640B7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B744B-960B-44F7-8F6F-2F9C0881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75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3D510-688B-9C28-3573-C495F8C0E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82154-F80E-08E8-A6A4-6B8BF724F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F2EDB-3435-80B9-2455-F31DF9F1D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CAEF-E37B-46E1-94AE-01B13D975A0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0FEDE-243A-FFFD-16B5-F266C1658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A4483-B8D6-5F47-7604-EC7BFFDE9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B744B-960B-44F7-8F6F-2F9C0881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71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1DBC-E947-FBAD-A9C7-E61E28FB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51088-3F4D-BA92-A909-0D52B4ABD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9B922-8290-5037-3757-61715CB65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771ED-CAFD-7C85-240E-5D8B9CB5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CAEF-E37B-46E1-94AE-01B13D975A0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9CF0F-4024-EF94-FF5F-88E96C02D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42331-ADA6-333E-1874-22071715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B744B-960B-44F7-8F6F-2F9C0881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3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C54E-71C8-F592-24C1-97791184C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D59AC-90D0-849E-6667-F06776C71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0A9D2-A5AB-E8CE-D5CA-F293D7E52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DDC39-6D3B-6137-9F8C-5C4E484C2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CC62E-34B2-51EE-2C4B-8313DB54E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C3F61A-E8FE-BE34-9121-AAECE22E8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CAEF-E37B-46E1-94AE-01B13D975A0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0FA755-866F-6CCB-CAC5-58F5E9DD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3ED6F-6BC1-E9F2-1329-D8BB51B14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B744B-960B-44F7-8F6F-2F9C0881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16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2D2DC-253A-E17B-4FD2-2F6536B7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75BB91-274B-1C4B-B22D-049BD434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CAEF-E37B-46E1-94AE-01B13D975A0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6A511-8306-F910-62AD-4CEDBD18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FC1A6-BE13-71AD-9FB8-AA3FC17E1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B744B-960B-44F7-8F6F-2F9C0881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7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058625-D460-E167-E85E-C1ADA687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CAEF-E37B-46E1-94AE-01B13D975A0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E2FA8D-42BA-2BE4-22D7-6029A589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348FD-1F6B-51F6-2754-12F56076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B744B-960B-44F7-8F6F-2F9C0881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67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16430-B349-38F7-F161-E17E2EF8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579AF-DBE5-08D9-5238-7F0C1FD93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C305A-AED7-175B-0B60-75F1EB004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8211F-FC40-35FE-C22D-FED305756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CAEF-E37B-46E1-94AE-01B13D975A0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C9BFC-FBF5-F377-8918-3575505CD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D3D41-DB3D-C060-7E6B-1F37FB58F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B744B-960B-44F7-8F6F-2F9C0881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43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4D87-2D6C-A37D-068F-12533748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61F9EB-F601-8A7E-7F07-A29ACD058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00369-9663-758A-597D-85ADA3DFB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B8B41-6512-51CE-1EA4-D492A14D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CAEF-E37B-46E1-94AE-01B13D975A0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5A51D-DA09-2A62-E421-C3E3D296A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5A41F-4FC6-2C2C-390F-A2BE34FF2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B744B-960B-44F7-8F6F-2F9C0881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74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B4AA-14FF-EFAE-9887-27C51A25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BE403-D3E1-5FE6-2796-7EB9045A7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D303E-C71E-F4E8-AAB8-109DA99CC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CAEF-E37B-46E1-94AE-01B13D975A0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4288A-4A56-7DA6-9E31-B03F8BCC7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604BD-BC91-9F7F-7688-BF1A75844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B744B-960B-44F7-8F6F-2F9C0881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17325-879B-D592-3265-C629E18893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1B83E-AA51-8A14-B79C-B253DBDD0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DAEFB-FD13-C7D5-205A-5D52E67B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0CAEF-E37B-46E1-94AE-01B13D975A0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721F2-4C31-626B-90A3-523E55E8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61A86-7DE5-CEC1-53E7-1EDACA6A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B744B-960B-44F7-8F6F-2F9C0881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66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C5BC5C-1D1D-270C-95F4-520D11BE6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6BA58-9EA9-A4A3-947B-D1D45D3C1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724F2-D46D-7C47-DA14-2EDBEF389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0CAEF-E37B-46E1-94AE-01B13D975A0B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9D45E-283B-C979-275E-24543E5DE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35E43-5030-BFF8-C504-704CA68AA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B744B-960B-44F7-8F6F-2F9C08811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4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2.png"/><Relationship Id="rId7" Type="http://schemas.openxmlformats.org/officeDocument/2006/relationships/image" Target="../media/image5.wmf"/><Relationship Id="rId12" Type="http://schemas.openxmlformats.org/officeDocument/2006/relationships/image" Target="../media/image8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11" Type="http://schemas.openxmlformats.org/officeDocument/2006/relationships/oleObject" Target="../embeddings/oleObject3.bin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73096050-EF99-D8E1-4F92-78445BEBE2E6}"/>
              </a:ext>
            </a:extLst>
          </p:cNvPr>
          <p:cNvSpPr/>
          <p:nvPr/>
        </p:nvSpPr>
        <p:spPr>
          <a:xfrm>
            <a:off x="1857635" y="1833553"/>
            <a:ext cx="588525" cy="58852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B40A3D-453D-019C-78A6-889169656556}"/>
              </a:ext>
            </a:extLst>
          </p:cNvPr>
          <p:cNvGrpSpPr/>
          <p:nvPr/>
        </p:nvGrpSpPr>
        <p:grpSpPr>
          <a:xfrm>
            <a:off x="1754818" y="5472067"/>
            <a:ext cx="826851" cy="251926"/>
            <a:chOff x="7208196" y="2574781"/>
            <a:chExt cx="826851" cy="251926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4826A1B-D243-ACDE-BBDD-7126AE0A2655}"/>
                </a:ext>
              </a:extLst>
            </p:cNvPr>
            <p:cNvCxnSpPr>
              <a:cxnSpLocks/>
            </p:cNvCxnSpPr>
            <p:nvPr/>
          </p:nvCxnSpPr>
          <p:spPr>
            <a:xfrm>
              <a:off x="7208196" y="2578926"/>
              <a:ext cx="82685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D29DEA8-080D-A302-8A70-01BF009E2A23}"/>
                </a:ext>
              </a:extLst>
            </p:cNvPr>
            <p:cNvSpPr/>
            <p:nvPr/>
          </p:nvSpPr>
          <p:spPr>
            <a:xfrm>
              <a:off x="7208196" y="2574781"/>
              <a:ext cx="826851" cy="251926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A97811-F3EE-C3B4-6C34-B086DAC86A9F}"/>
              </a:ext>
            </a:extLst>
          </p:cNvPr>
          <p:cNvCxnSpPr>
            <a:cxnSpLocks/>
          </p:cNvCxnSpPr>
          <p:nvPr/>
        </p:nvCxnSpPr>
        <p:spPr>
          <a:xfrm>
            <a:off x="2168244" y="2903904"/>
            <a:ext cx="0" cy="2421294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CBBA6F4-FF2A-41CB-2F29-25AF4C3FBC08}"/>
              </a:ext>
            </a:extLst>
          </p:cNvPr>
          <p:cNvSpPr/>
          <p:nvPr/>
        </p:nvSpPr>
        <p:spPr>
          <a:xfrm>
            <a:off x="2032950" y="5325198"/>
            <a:ext cx="251926" cy="2519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EE38A7-47A3-1B88-D6CC-88F168DD96EF}"/>
              </a:ext>
            </a:extLst>
          </p:cNvPr>
          <p:cNvSpPr/>
          <p:nvPr/>
        </p:nvSpPr>
        <p:spPr>
          <a:xfrm>
            <a:off x="2032950" y="2651978"/>
            <a:ext cx="251926" cy="2519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E8BA01-4D60-6D81-95D5-213368650114}"/>
              </a:ext>
            </a:extLst>
          </p:cNvPr>
          <p:cNvCxnSpPr>
            <a:cxnSpLocks/>
          </p:cNvCxnSpPr>
          <p:nvPr/>
        </p:nvCxnSpPr>
        <p:spPr>
          <a:xfrm>
            <a:off x="2171354" y="2256983"/>
            <a:ext cx="0" cy="394995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3D8A7BD-CECE-23A1-A93E-755D00269DD3}"/>
              </a:ext>
            </a:extLst>
          </p:cNvPr>
          <p:cNvSpPr/>
          <p:nvPr/>
        </p:nvSpPr>
        <p:spPr>
          <a:xfrm>
            <a:off x="2032950" y="2014387"/>
            <a:ext cx="251926" cy="2519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63365D-A188-41FB-5665-F9D1ACE17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312" y="2600738"/>
            <a:ext cx="2745137" cy="2192207"/>
          </a:xfrm>
          <a:prstGeom prst="rect">
            <a:avLst/>
          </a:prstGeom>
        </p:spPr>
      </p:pic>
      <p:sp>
        <p:nvSpPr>
          <p:cNvPr id="16" name="Cross 15">
            <a:extLst>
              <a:ext uri="{FF2B5EF4-FFF2-40B4-BE49-F238E27FC236}">
                <a16:creationId xmlns:a16="http://schemas.microsoft.com/office/drawing/2014/main" id="{FBD9152D-02C3-12D6-A4EB-29B35EC18347}"/>
              </a:ext>
            </a:extLst>
          </p:cNvPr>
          <p:cNvSpPr/>
          <p:nvPr/>
        </p:nvSpPr>
        <p:spPr>
          <a:xfrm rot="18900000">
            <a:off x="2072605" y="2691593"/>
            <a:ext cx="191278" cy="191278"/>
          </a:xfrm>
          <a:prstGeom prst="plus">
            <a:avLst>
              <a:gd name="adj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936C139E-7AE8-AF71-4892-A7182091EC7B}"/>
              </a:ext>
            </a:extLst>
          </p:cNvPr>
          <p:cNvSpPr/>
          <p:nvPr/>
        </p:nvSpPr>
        <p:spPr>
          <a:xfrm rot="18900000">
            <a:off x="2072605" y="5364813"/>
            <a:ext cx="191278" cy="191278"/>
          </a:xfrm>
          <a:prstGeom prst="plus">
            <a:avLst>
              <a:gd name="adj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1C919C74-7883-3A25-5D5B-1B3A42BCB70A}"/>
              </a:ext>
            </a:extLst>
          </p:cNvPr>
          <p:cNvSpPr/>
          <p:nvPr/>
        </p:nvSpPr>
        <p:spPr>
          <a:xfrm rot="18900000">
            <a:off x="2072605" y="5094304"/>
            <a:ext cx="191278" cy="191278"/>
          </a:xfrm>
          <a:prstGeom prst="plus">
            <a:avLst>
              <a:gd name="adj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BA3B5CA2-DCE9-D508-7B1C-86E62C6D9026}"/>
              </a:ext>
            </a:extLst>
          </p:cNvPr>
          <p:cNvSpPr/>
          <p:nvPr/>
        </p:nvSpPr>
        <p:spPr>
          <a:xfrm rot="18900000">
            <a:off x="2063274" y="2943520"/>
            <a:ext cx="191278" cy="191278"/>
          </a:xfrm>
          <a:prstGeom prst="plus">
            <a:avLst>
              <a:gd name="adj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FF654C01-B54E-F23C-FCC4-CB9786918E73}"/>
              </a:ext>
            </a:extLst>
          </p:cNvPr>
          <p:cNvSpPr/>
          <p:nvPr/>
        </p:nvSpPr>
        <p:spPr>
          <a:xfrm rot="18900000">
            <a:off x="2063274" y="3310603"/>
            <a:ext cx="191278" cy="191278"/>
          </a:xfrm>
          <a:prstGeom prst="plus">
            <a:avLst>
              <a:gd name="adj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1DE2B0CB-7137-F779-5889-025860F2B9AD}"/>
              </a:ext>
            </a:extLst>
          </p:cNvPr>
          <p:cNvSpPr/>
          <p:nvPr/>
        </p:nvSpPr>
        <p:spPr>
          <a:xfrm rot="18900000">
            <a:off x="2072606" y="4727221"/>
            <a:ext cx="191278" cy="191278"/>
          </a:xfrm>
          <a:prstGeom prst="plus">
            <a:avLst>
              <a:gd name="adj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4A74CABE-DE0E-9443-4B21-717F06FA11A9}"/>
              </a:ext>
            </a:extLst>
          </p:cNvPr>
          <p:cNvSpPr/>
          <p:nvPr/>
        </p:nvSpPr>
        <p:spPr>
          <a:xfrm rot="18900000">
            <a:off x="2072606" y="4270751"/>
            <a:ext cx="191278" cy="191278"/>
          </a:xfrm>
          <a:prstGeom prst="plus">
            <a:avLst>
              <a:gd name="adj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BD098728-C258-72C8-F92D-4FF13BCD0C5D}"/>
              </a:ext>
            </a:extLst>
          </p:cNvPr>
          <p:cNvSpPr/>
          <p:nvPr/>
        </p:nvSpPr>
        <p:spPr>
          <a:xfrm rot="18900000">
            <a:off x="2072606" y="3729734"/>
            <a:ext cx="191278" cy="191278"/>
          </a:xfrm>
          <a:prstGeom prst="plus">
            <a:avLst>
              <a:gd name="adj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25AAA3E-61E0-A7E5-A562-D5CCB897D508}"/>
              </a:ext>
            </a:extLst>
          </p:cNvPr>
          <p:cNvCxnSpPr>
            <a:cxnSpLocks/>
            <a:stCxn id="6" idx="3"/>
            <a:endCxn id="12" idx="2"/>
          </p:cNvCxnSpPr>
          <p:nvPr/>
        </p:nvCxnSpPr>
        <p:spPr>
          <a:xfrm flipV="1">
            <a:off x="2284876" y="4792945"/>
            <a:ext cx="2217005" cy="658216"/>
          </a:xfrm>
          <a:prstGeom prst="bentConnector2">
            <a:avLst/>
          </a:prstGeom>
          <a:ln w="9525"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1A7F2F-53BD-239B-C449-C3EF1F1D09E5}"/>
              </a:ext>
            </a:extLst>
          </p:cNvPr>
          <p:cNvCxnSpPr>
            <a:stCxn id="8" idx="1"/>
          </p:cNvCxnSpPr>
          <p:nvPr/>
        </p:nvCxnSpPr>
        <p:spPr>
          <a:xfrm flipH="1">
            <a:off x="1057901" y="2777941"/>
            <a:ext cx="9750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A9F0F8-B85C-E772-710B-26E7D5F617B6}"/>
              </a:ext>
            </a:extLst>
          </p:cNvPr>
          <p:cNvCxnSpPr/>
          <p:nvPr/>
        </p:nvCxnSpPr>
        <p:spPr>
          <a:xfrm flipH="1">
            <a:off x="1057901" y="5451161"/>
            <a:ext cx="9750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245D8DF-5631-94A7-93A7-A63E887627BF}"/>
              </a:ext>
            </a:extLst>
          </p:cNvPr>
          <p:cNvCxnSpPr/>
          <p:nvPr/>
        </p:nvCxnSpPr>
        <p:spPr>
          <a:xfrm>
            <a:off x="1375142" y="2787232"/>
            <a:ext cx="0" cy="2663929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DABBB4B-522F-B6D5-C9F3-B710635DCFA8}"/>
              </a:ext>
            </a:extLst>
          </p:cNvPr>
          <p:cNvCxnSpPr/>
          <p:nvPr/>
        </p:nvCxnSpPr>
        <p:spPr>
          <a:xfrm flipH="1">
            <a:off x="1057901" y="2140350"/>
            <a:ext cx="9750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66492AF-4476-A8C7-A299-5010DA9EFAAD}"/>
              </a:ext>
            </a:extLst>
          </p:cNvPr>
          <p:cNvCxnSpPr>
            <a:cxnSpLocks/>
          </p:cNvCxnSpPr>
          <p:nvPr/>
        </p:nvCxnSpPr>
        <p:spPr>
          <a:xfrm>
            <a:off x="1637789" y="2140350"/>
            <a:ext cx="0" cy="637591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5A9456E-3B6F-2F79-3E05-278EAD2266B4}"/>
              </a:ext>
            </a:extLst>
          </p:cNvPr>
          <p:cNvSpPr txBox="1"/>
          <p:nvPr/>
        </p:nvSpPr>
        <p:spPr>
          <a:xfrm>
            <a:off x="230533" y="3870706"/>
            <a:ext cx="1144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 = 19.7 ft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B3D4F9-140B-1973-2A93-EA9BBB7FC595}"/>
              </a:ext>
            </a:extLst>
          </p:cNvPr>
          <p:cNvSpPr txBox="1"/>
          <p:nvPr/>
        </p:nvSpPr>
        <p:spPr>
          <a:xfrm>
            <a:off x="594432" y="2310500"/>
            <a:ext cx="1035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 = 2.5 ft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30F505-B984-3DF8-200C-482F5FA2D405}"/>
              </a:ext>
            </a:extLst>
          </p:cNvPr>
          <p:cNvSpPr txBox="1"/>
          <p:nvPr/>
        </p:nvSpPr>
        <p:spPr>
          <a:xfrm>
            <a:off x="2656667" y="5514947"/>
            <a:ext cx="3310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Gauss Lobatto Integration Point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151A960-6F5F-5B63-F0B6-4AE91A7BE9D6}"/>
              </a:ext>
            </a:extLst>
          </p:cNvPr>
          <p:cNvCxnSpPr>
            <a:cxnSpLocks/>
          </p:cNvCxnSpPr>
          <p:nvPr/>
        </p:nvCxnSpPr>
        <p:spPr>
          <a:xfrm flipV="1">
            <a:off x="5558115" y="1692613"/>
            <a:ext cx="0" cy="219220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72E10ED-D087-57E8-8566-8B97E2B4B624}"/>
              </a:ext>
            </a:extLst>
          </p:cNvPr>
          <p:cNvCxnSpPr>
            <a:cxnSpLocks/>
          </p:cNvCxnSpPr>
          <p:nvPr/>
        </p:nvCxnSpPr>
        <p:spPr>
          <a:xfrm flipV="1">
            <a:off x="3452706" y="1692613"/>
            <a:ext cx="0" cy="219220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D35E212-7853-10DB-5660-11A46DEE47D6}"/>
              </a:ext>
            </a:extLst>
          </p:cNvPr>
          <p:cNvCxnSpPr>
            <a:cxnSpLocks/>
          </p:cNvCxnSpPr>
          <p:nvPr/>
        </p:nvCxnSpPr>
        <p:spPr>
          <a:xfrm>
            <a:off x="3452706" y="2227191"/>
            <a:ext cx="2105409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FC5BC42-CEDD-AE76-C8B9-9CBD584EA662}"/>
                  </a:ext>
                </a:extLst>
              </p:cNvPr>
              <p:cNvSpPr txBox="1"/>
              <p:nvPr/>
            </p:nvSpPr>
            <p:spPr>
              <a:xfrm>
                <a:off x="3895811" y="1882279"/>
                <a:ext cx="1311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𝑐𝑜𝑙</m:t>
                        </m:r>
                      </m:sub>
                    </m:sSub>
                  </m:oMath>
                </a14:m>
                <a:r>
                  <a:rPr lang="en-US"/>
                  <a:t> = 5.5 ft</a:t>
                </a: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FC5BC42-CEDD-AE76-C8B9-9CBD584EA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811" y="1882279"/>
                <a:ext cx="1311513" cy="369332"/>
              </a:xfrm>
              <a:prstGeom prst="rect">
                <a:avLst/>
              </a:prstGeom>
              <a:blipFill>
                <a:blip r:embed="rId3"/>
                <a:stretch>
                  <a:fillRect t="-8333" r="-2791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7A78468-319E-7A09-A851-48E82C06C33C}"/>
              </a:ext>
            </a:extLst>
          </p:cNvPr>
          <p:cNvCxnSpPr>
            <a:cxnSpLocks/>
          </p:cNvCxnSpPr>
          <p:nvPr/>
        </p:nvCxnSpPr>
        <p:spPr>
          <a:xfrm flipH="1" flipV="1">
            <a:off x="5327694" y="4178337"/>
            <a:ext cx="809214" cy="428484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88EF8BF-34F9-8700-C28A-EDA5C9535036}"/>
                  </a:ext>
                </a:extLst>
              </p:cNvPr>
              <p:cNvSpPr txBox="1"/>
              <p:nvPr/>
            </p:nvSpPr>
            <p:spPr>
              <a:xfrm>
                <a:off x="6136908" y="4450330"/>
                <a:ext cx="2735856" cy="1343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𝑙𝑜𝑛𝑔</m:t>
                        </m:r>
                      </m:sub>
                    </m:sSub>
                  </m:oMath>
                </a14:m>
                <a:r>
                  <a:rPr lang="en-US" sz="1600"/>
                  <a:t> = 0.02</a:t>
                </a:r>
              </a:p>
              <a:p>
                <a:r>
                  <a:rPr lang="en-US" sz="1600"/>
                  <a:t>distributed between 24 bars of 6 clusters (for modeling spatial variability of material parameters)</a:t>
                </a: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88EF8BF-34F9-8700-C28A-EDA5C9535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908" y="4450330"/>
                <a:ext cx="2735856" cy="1343445"/>
              </a:xfrm>
              <a:prstGeom prst="rect">
                <a:avLst/>
              </a:prstGeom>
              <a:blipFill>
                <a:blip r:embed="rId4"/>
                <a:stretch>
                  <a:fillRect l="-1336" t="-909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A189A30-15DA-2166-CAE7-CC43EA89E113}"/>
              </a:ext>
            </a:extLst>
          </p:cNvPr>
          <p:cNvCxnSpPr>
            <a:cxnSpLocks/>
          </p:cNvCxnSpPr>
          <p:nvPr/>
        </p:nvCxnSpPr>
        <p:spPr>
          <a:xfrm>
            <a:off x="1541720" y="1610187"/>
            <a:ext cx="411985" cy="315367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646F6AD-0402-7ECE-4D40-9310932986C3}"/>
              </a:ext>
            </a:extLst>
          </p:cNvPr>
          <p:cNvSpPr txBox="1"/>
          <p:nvPr/>
        </p:nvSpPr>
        <p:spPr>
          <a:xfrm>
            <a:off x="520091" y="852082"/>
            <a:ext cx="28672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Lumped translational and rotational mass representing tributary length of bridge deck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026F1C0-E669-03AF-4B02-05DF0F28A420}"/>
              </a:ext>
            </a:extLst>
          </p:cNvPr>
          <p:cNvGrpSpPr/>
          <p:nvPr/>
        </p:nvGrpSpPr>
        <p:grpSpPr>
          <a:xfrm>
            <a:off x="5718619" y="1764538"/>
            <a:ext cx="3200407" cy="2350013"/>
            <a:chOff x="6136908" y="1049847"/>
            <a:chExt cx="3200407" cy="2350013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E1A1A16-EB5B-6490-8479-0EF30F7680AD}"/>
                </a:ext>
              </a:extLst>
            </p:cNvPr>
            <p:cNvGrpSpPr/>
            <p:nvPr/>
          </p:nvGrpSpPr>
          <p:grpSpPr>
            <a:xfrm>
              <a:off x="6136908" y="1049847"/>
              <a:ext cx="3200407" cy="2350013"/>
              <a:chOff x="8991593" y="1562277"/>
              <a:chExt cx="3200407" cy="2350013"/>
            </a:xfrm>
          </p:grpSpPr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DF21302C-8EB1-920B-5262-3A1D0E9CF2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91593" y="1562277"/>
                <a:ext cx="3200407" cy="2350013"/>
              </a:xfrm>
              <a:prstGeom prst="rect">
                <a:avLst/>
              </a:prstGeom>
            </p:spPr>
          </p:pic>
          <p:graphicFrame>
            <p:nvGraphicFramePr>
              <p:cNvPr id="65" name="Object 64">
                <a:extLst>
                  <a:ext uri="{FF2B5EF4-FFF2-40B4-BE49-F238E27FC236}">
                    <a16:creationId xmlns:a16="http://schemas.microsoft.com/office/drawing/2014/main" id="{D801B96E-D870-3412-4C5F-05661AACEBB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526514" y="1811689"/>
              <a:ext cx="1400175" cy="5000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206360" imgH="431640" progId="Equation.DSMT4">
                      <p:embed/>
                    </p:oleObj>
                  </mc:Choice>
                  <mc:Fallback>
                    <p:oleObj name="Equation" r:id="rId6" imgW="1206360" imgH="431640" progId="Equation.DSMT4">
                      <p:embed/>
                      <p:pic>
                        <p:nvPicPr>
                          <p:cNvPr id="227" name="Object 226">
                            <a:extLst>
                              <a:ext uri="{FF2B5EF4-FFF2-40B4-BE49-F238E27FC236}">
                                <a16:creationId xmlns:a16="http://schemas.microsoft.com/office/drawing/2014/main" id="{20AB290F-2858-4FC0-BA7E-34445F7A4B4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0526514" y="1811689"/>
                            <a:ext cx="1400175" cy="5000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6" name="Object 65">
              <a:extLst>
                <a:ext uri="{FF2B5EF4-FFF2-40B4-BE49-F238E27FC236}">
                  <a16:creationId xmlns:a16="http://schemas.microsoft.com/office/drawing/2014/main" id="{09DBC22A-79F5-0A2B-256A-BE360BDAD1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2491009"/>
                </p:ext>
              </p:extLst>
            </p:nvPr>
          </p:nvGraphicFramePr>
          <p:xfrm>
            <a:off x="7545950" y="2275053"/>
            <a:ext cx="1576387" cy="500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58640" imgH="431640" progId="Equation.DSMT4">
                    <p:embed/>
                  </p:oleObj>
                </mc:Choice>
                <mc:Fallback>
                  <p:oleObj name="Equation" r:id="rId8" imgW="1358640" imgH="431640" progId="Equation.DSMT4">
                    <p:embed/>
                    <p:pic>
                      <p:nvPicPr>
                        <p:cNvPr id="248" name="Object 247">
                          <a:extLst>
                            <a:ext uri="{FF2B5EF4-FFF2-40B4-BE49-F238E27FC236}">
                              <a16:creationId xmlns:a16="http://schemas.microsoft.com/office/drawing/2014/main" id="{7F836D71-EEC2-4A77-9E9E-2149EB21F8E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545950" y="2275053"/>
                          <a:ext cx="1576387" cy="5000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3E7167B-2529-9DEB-8415-E604A14AD360}"/>
              </a:ext>
            </a:extLst>
          </p:cNvPr>
          <p:cNvGrpSpPr/>
          <p:nvPr/>
        </p:nvGrpSpPr>
        <p:grpSpPr>
          <a:xfrm>
            <a:off x="8919026" y="1751818"/>
            <a:ext cx="3200407" cy="2350013"/>
            <a:chOff x="7082378" y="3872514"/>
            <a:chExt cx="3200407" cy="2350013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A5A621B3-C80A-C3AB-29FF-65DF271A9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2378" y="3872514"/>
              <a:ext cx="3200407" cy="2350013"/>
            </a:xfrm>
            <a:prstGeom prst="rect">
              <a:avLst/>
            </a:prstGeom>
          </p:spPr>
        </p:pic>
        <p:graphicFrame>
          <p:nvGraphicFramePr>
            <p:cNvPr id="73" name="Object 72">
              <a:extLst>
                <a:ext uri="{FF2B5EF4-FFF2-40B4-BE49-F238E27FC236}">
                  <a16:creationId xmlns:a16="http://schemas.microsoft.com/office/drawing/2014/main" id="{56F99959-300E-F2C3-00B2-D1A8F850B3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25928" y="5382564"/>
            <a:ext cx="1370012" cy="498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180800" imgH="431640" progId="Equation.DSMT4">
                    <p:embed/>
                  </p:oleObj>
                </mc:Choice>
                <mc:Fallback>
                  <p:oleObj name="Equation" r:id="rId11" imgW="1180800" imgH="431640" progId="Equation.DSMT4">
                    <p:embed/>
                    <p:pic>
                      <p:nvPicPr>
                        <p:cNvPr id="228" name="Object 227">
                          <a:extLst>
                            <a:ext uri="{FF2B5EF4-FFF2-40B4-BE49-F238E27FC236}">
                              <a16:creationId xmlns:a16="http://schemas.microsoft.com/office/drawing/2014/main" id="{51209F48-3EFB-4C42-A334-156B8A99B6A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625928" y="5382564"/>
                          <a:ext cx="1370012" cy="4984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38334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Equation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Angshuman Deb</dc:creator>
  <cp:lastModifiedBy>Angshuman Deb</cp:lastModifiedBy>
  <cp:revision>1</cp:revision>
  <dcterms:created xsi:type="dcterms:W3CDTF">2025-12-14T17:15:43Z</dcterms:created>
  <dcterms:modified xsi:type="dcterms:W3CDTF">2025-12-14T17:27:37Z</dcterms:modified>
</cp:coreProperties>
</file>